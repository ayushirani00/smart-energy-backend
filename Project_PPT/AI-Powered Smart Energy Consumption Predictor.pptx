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icrosoft YaHei" panose="020B0503020204020204" pitchFamily="34" charset="-122"/>
      <p:regular r:id="rId20"/>
      <p:bold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2BB431-755A-4B8E-B779-735509AF7ADF}">
  <a:tblStyle styleId="{262BB431-755A-4B8E-B779-735509AF7A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7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2300" y="4692997"/>
            <a:ext cx="586740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40468" y="1622226"/>
            <a:ext cx="8511063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565C0"/>
                </a:solidFill>
                <a:latin typeface="Poppins"/>
                <a:ea typeface="Poppins"/>
                <a:cs typeface="Poppins"/>
                <a:sym typeface="Poppins"/>
              </a:rPr>
              <a:t>AI-Powered Smart Energy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565C0"/>
                </a:solidFill>
                <a:latin typeface="Poppins"/>
                <a:ea typeface="Poppins"/>
                <a:cs typeface="Poppins"/>
                <a:sym typeface="Poppins"/>
              </a:rPr>
              <a:t> Consumption Predictor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71950" y="3717726"/>
            <a:ext cx="3848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Lato"/>
                <a:ea typeface="Lato"/>
                <a:cs typeface="Lato"/>
                <a:sym typeface="Lato"/>
              </a:rPr>
              <a:t>A Project Report for Inhouse Training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62300" y="5083522"/>
            <a:ext cx="586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Submitted by: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Team Volt Squad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62300" y="5578822"/>
            <a:ext cx="586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Ayushi Rani • Somya Ranjan • Aranya Roy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62300" y="6074122"/>
            <a:ext cx="586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Mentor: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Debasish Sahoo Sir |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Institution: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Haldia Institute of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566987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Energy consumption forecasting is vital for modern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Smart Cities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and sustainable development. This project focuses on predicting household energy usage using advanced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techniques.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976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Integrated Flask-powered backend.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4719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Interactive web-based frontend.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967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Real-world factor analysis (Temp, AC, Size).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10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053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A20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Executive Summary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1E742-EC73-456D-715F-BC61303252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6000"/>
                    </a14:imgEffect>
                    <a14:imgEffect>
                      <a14:colorTemperature colorTemp="6608"/>
                    </a14:imgEffect>
                    <a14:imgEffect>
                      <a14:saturation sat="101000"/>
                    </a14:imgEffect>
                    <a14:imgEffect>
                      <a14:brightnessContrast bright="9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10249" y="1585913"/>
            <a:ext cx="6070024" cy="435076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34925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33625"/>
            <a:ext cx="34925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33625"/>
            <a:ext cx="3492549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94225" y="32766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Motivation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8004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Global energy demand is rising. Efficient utilization is critical for climate goals and personal budget management.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72524" y="32766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Core Goal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38004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To design an AI model that assists households in making informed decisions about electricity consumption.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0824" y="32766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Technical Scope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3374" y="38004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ML Model design, Frontend UI build, Flask API deployment, and Performance evaluation.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74825" y="26670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67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667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Project Context &amp; Objectives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38425"/>
            <a:ext cx="52387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1193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dataset consists of household-level records with critical features affecting power usage:</a:t>
            </a:r>
            <a:endParaRPr/>
          </a:p>
        </p:txBody>
      </p:sp>
      <p:graphicFrame>
        <p:nvGraphicFramePr>
          <p:cNvPr id="132" name="Google Shape;132;p16"/>
          <p:cNvGraphicFramePr/>
          <p:nvPr/>
        </p:nvGraphicFramePr>
        <p:xfrm>
          <a:off x="571500" y="2919412"/>
          <a:ext cx="5238750" cy="2990875"/>
        </p:xfrm>
        <a:graphic>
          <a:graphicData uri="http://schemas.openxmlformats.org/drawingml/2006/table">
            <a:tbl>
              <a:tblPr firstRow="1" bandRow="1">
                <a:noFill/>
                <a:tableStyleId>{262BB431-755A-4B8E-B779-735509AF7ADF}</a:tableStyleId>
              </a:tblPr>
              <a:tblGrid>
                <a:gridCol w="168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Household Size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Number of residents in the house.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Avg. Temp (°C)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Environmental temperature impacts.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Has AC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 feature (1: Yes, 0: No).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Peak Usage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A55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kWh consumed during peak hours.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" name="Google Shape;133;p16"/>
          <p:cNvSpPr txBox="1"/>
          <p:nvPr/>
        </p:nvSpPr>
        <p:spPr>
          <a:xfrm>
            <a:off x="6560820" y="293370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1579B"/>
                </a:solidFill>
                <a:latin typeface="Poppins"/>
                <a:ea typeface="Poppins"/>
                <a:cs typeface="Poppins"/>
                <a:sym typeface="Poppins"/>
              </a:rPr>
              <a:t>Preprocessing Steps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058025" y="34194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Missing value handling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058025" y="39147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Train-Test Split (80/20)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058025" y="44100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Feature scaling/encoding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4095750"/>
            <a:ext cx="168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255639" y="4095750"/>
            <a:ext cx="3554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4695825"/>
            <a:ext cx="168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255639" y="4695825"/>
            <a:ext cx="3554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5295900"/>
            <a:ext cx="168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255639" y="5295900"/>
            <a:ext cx="3554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5895975"/>
            <a:ext cx="168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255639" y="5895975"/>
            <a:ext cx="3554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4575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952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444817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Dataset Description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52575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381750" y="22717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Client-Server Workflow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62750" y="2700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Frontend: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Captures user inputs via interactive Glassmorphism UI.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62750" y="35004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API: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Data is sent to the Flask backend via POST requests.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0" y="39957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Processing: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Backend loads the Joblib-trained ML model for inference.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47958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Predictions are returned in JSON and displayed to the user.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2547937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181225"/>
            <a:ext cx="2547937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181225"/>
            <a:ext cx="2547937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181225"/>
            <a:ext cx="2547937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817840" y="3124200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3648075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HTML5, CSS3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(Glassmorphism),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JavaScript (Fetch API)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651527" y="3124200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700462" y="3648075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Python,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Flask Framework,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Flask-CORS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485215" y="3124200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534150" y="39814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Scikit-learn,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NumPy, Pandas,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Joblib Serialization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318902" y="3124200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367837" y="3648075"/>
            <a:ext cx="195738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GitHub (Source Control),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Render (Cloud Hosting),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Gunicorn (Server)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07343" y="25146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88656" y="25146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22343" y="25146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08406" y="25146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Technological Stack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81262"/>
            <a:ext cx="523875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239077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Random Forest Regressor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2857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We selected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Random Forest Regression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over standard Linear Regression for its superior handling of complex, non-linear relationships between variables.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90823" y="2805112"/>
            <a:ext cx="48206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565C0"/>
                </a:solidFill>
                <a:latin typeface="Poppins"/>
                <a:ea typeface="Poppins"/>
                <a:cs typeface="Poppins"/>
                <a:sym typeface="Poppins"/>
              </a:rPr>
              <a:t>Model Type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705600" y="3281362"/>
            <a:ext cx="45910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565C0"/>
                </a:solidFill>
                <a:latin typeface="Lato"/>
                <a:ea typeface="Lato"/>
                <a:cs typeface="Lato"/>
                <a:sym typeface="Lato"/>
              </a:rPr>
              <a:t>Regression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705600" y="423386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Suitable for continuous numerical value prediction (kWh).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52500" y="39624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Ensemble technique using 100 decision trees.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52500" y="44577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Reduces overfitting through averaging.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52500" y="49530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Captures intricate feature interactions.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Machine Learning Approach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81498"/>
            <a:ext cx="11049000" cy="973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5930"/>
            <a:ext cx="11049000" cy="11879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24956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model performance is evaluated using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Mean Squared Error (MSE)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R² Score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metrics: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95300" y="3371998"/>
            <a:ext cx="11201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Mean Squared Error (MSE)</a:t>
            </a:r>
            <a:endParaRPr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648223"/>
            <a:ext cx="10668000" cy="316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95300" y="4536430"/>
            <a:ext cx="11201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Coefficient of Determination (R²)</a:t>
            </a:r>
            <a:endParaRPr/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812655"/>
            <a:ext cx="10668000" cy="53072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Mathematical Evaluation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76475"/>
            <a:ext cx="52387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6381750" y="20002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Evaluation Metrics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81750" y="47339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high R² score indicates the model explains 98.3% of the variance in electricity consumption, demonstrating exceptional predictive accuracy.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677025" y="27622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MAE: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~8.52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677025" y="32575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RMSE: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~0.72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677025" y="37528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R² Score: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0.9829 (Excellent)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Results &amp; Analysis</a:t>
            </a:r>
            <a:endParaRPr dirty="0"/>
          </a:p>
        </p:txBody>
      </p:sp>
      <p:sp>
        <p:nvSpPr>
          <p:cNvPr id="231" name="Google Shape;231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C1490-9C17-66A2-6A0A-E3A58532F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17" y="1604005"/>
            <a:ext cx="5813770" cy="4297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p21">
            <a:extLst>
              <a:ext uri="{FF2B5EF4-FFF2-40B4-BE49-F238E27FC236}">
                <a16:creationId xmlns:a16="http://schemas.microsoft.com/office/drawing/2014/main" id="{CCA23FE6-250F-82DA-62D0-F96EF150EA4E}"/>
              </a:ext>
            </a:extLst>
          </p:cNvPr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15;p20">
            <a:extLst>
              <a:ext uri="{FF2B5EF4-FFF2-40B4-BE49-F238E27FC236}">
                <a16:creationId xmlns:a16="http://schemas.microsoft.com/office/drawing/2014/main" id="{3635BFF7-5D38-DD89-4DE4-CAA93A103DD4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A202C"/>
                </a:solidFill>
                <a:latin typeface="Poppins"/>
                <a:cs typeface="Poppins"/>
                <a:sym typeface="Poppins"/>
              </a:rPr>
              <a:t>Project Frontend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23A939-FC37-DF83-87BF-2E9D1BE7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59"/>
          <a:stretch>
            <a:fillRect/>
          </a:stretch>
        </p:blipFill>
        <p:spPr>
          <a:xfrm>
            <a:off x="1045028" y="1526292"/>
            <a:ext cx="10250905" cy="504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602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86025"/>
            <a:ext cx="3492549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794225" y="34290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66775" y="39528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Version control with modular directories for Frontend and Backend.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572524" y="34290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Render</a:t>
            </a:r>
            <a:endParaRPr dirty="0"/>
          </a:p>
        </p:txBody>
      </p:sp>
      <p:sp>
        <p:nvSpPr>
          <p:cNvPr id="243" name="Google Shape;243;p22"/>
          <p:cNvSpPr txBox="1"/>
          <p:nvPr/>
        </p:nvSpPr>
        <p:spPr>
          <a:xfrm>
            <a:off x="4645074" y="39528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Cloud hosting for Flask backend using production-ready WSGI (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Gunicorn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8350824" y="3429000"/>
            <a:ext cx="30470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8661910" y="3952875"/>
            <a:ext cx="290199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31962" y="2819400"/>
            <a:ext cx="3714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875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Deployment Strategy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52387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38425"/>
            <a:ext cx="52387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50570" y="293370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560820" y="293370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123C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247775" y="34194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Real-time, scalable predictions.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247775" y="39147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Intuitive glassmorphism interface.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247775" y="44100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Low computational overhead for inference.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058025" y="34194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Dependency on data quality/size.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7058025" y="39147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Lacks appliance-level granularity.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058025" y="44100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Assumes static household dynamics.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System Evaluation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52662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71500" y="21050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AI-Powered Smart Energy Consumption Predictor successfully illustrates the power of ML in energy management. The end-to-end integration provides a viable tool for household energy planning.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35147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Next Steps: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560820" y="2547937"/>
            <a:ext cx="488061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677025" y="359568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Thank you for your attention!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6677025" y="4090987"/>
            <a:ext cx="4648200" cy="190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6677025" y="430053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Team Volt Squad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677025" y="479583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Ayushi | Somya | Aranya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952500" y="39433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Integration with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IoT Smart Meters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952500" y="44386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Real-time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Weather API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integration.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952500" y="49339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Advanced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Deep Learning (LSTM)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models.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952500" y="54292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Mobile App development.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595</Words>
  <Application>Microsoft Office PowerPoint</Application>
  <PresentationFormat>Widescreen</PresentationFormat>
  <Paragraphs>93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Poppins</vt:lpstr>
      <vt:lpstr>Lato</vt:lpstr>
      <vt:lpstr>Microsoft YaHei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Aranya Roy</dc:creator>
  <cp:lastModifiedBy>Aranya Roy</cp:lastModifiedBy>
  <cp:revision>2</cp:revision>
  <dcterms:modified xsi:type="dcterms:W3CDTF">2026-02-19T04:06:28Z</dcterms:modified>
</cp:coreProperties>
</file>